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17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836712"/>
            <a:ext cx="4104456" cy="4198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0800000">
            <a:off x="4644008" y="836711"/>
            <a:ext cx="4104456" cy="4192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Affichage à l'écran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Diapositive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BOICHOT</dc:creator>
  <cp:lastModifiedBy>BOICHOT</cp:lastModifiedBy>
  <cp:revision>1</cp:revision>
  <dcterms:created xsi:type="dcterms:W3CDTF">2026-02-28T07:59:52Z</dcterms:created>
  <dcterms:modified xsi:type="dcterms:W3CDTF">2026-02-28T08:17:13Z</dcterms:modified>
</cp:coreProperties>
</file>